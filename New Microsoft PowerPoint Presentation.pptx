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51BF2-1557-92AC-F072-5074A8A44E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AFCC39-BD12-E376-5AA6-E16763677E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7A0C3-3A92-0D14-C7E6-96CBD21EB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838B-DD8C-493D-8B62-36020A7C960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5DC17-6647-43A0-69BE-D7551F4C3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976BE-0621-A84F-3E89-853AA92B2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0439C-F3F5-4914-9A7C-AA1AA3B90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275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ECDFD-2CDE-35D9-84C3-4DD2EC1C9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CC101-B679-7A73-DB1F-CC5FB0B1A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7FE2A-9D90-D3B3-0163-70ED10861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838B-DD8C-493D-8B62-36020A7C960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02925-0C1C-A1B8-87C4-6593089E5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21A1F-B720-F31D-CD14-48175F709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0439C-F3F5-4914-9A7C-AA1AA3B90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41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B82E7-7ACC-EBD4-CC3F-B2BA7B1B1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1506B-036F-ED1F-B1A0-68DFAC842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03823-BC73-B4E7-815C-CBBB15513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838B-DD8C-493D-8B62-36020A7C960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1B0630-44CC-F5FF-9F88-EE2894450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F5679-E4B1-0E6C-5334-A574C292E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0439C-F3F5-4914-9A7C-AA1AA3B90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607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072B6-E303-9438-5906-210AE4BC3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F1321-2327-CFE6-B548-FE0DF10022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2B2308-B976-A708-46E1-304AB8569F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1E1AE3-C243-83B6-C919-AFD1D4B3C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838B-DD8C-493D-8B62-36020A7C960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8D61EC-3E99-2414-7F59-0613F6245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32414-E20D-0996-BC36-0535D7BA4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0439C-F3F5-4914-9A7C-AA1AA3B90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615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B23AC-FD06-A748-D1D9-633DE1246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F7BE88-0CDA-BD67-3A5D-0AFEA898C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560A89-DB1D-63DE-F838-F5C81711D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85C837-64F8-A54D-9E5B-3A8F30AF84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11EEE9-8F46-EA21-19D8-6DD95D9AA2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A6686A-EC71-8F48-D627-5667DD4D1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838B-DD8C-493D-8B62-36020A7C960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AC63CC-7C74-6290-DD12-F9B06A4A5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038162-5A55-0D8F-5BC8-2622B34F3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0439C-F3F5-4914-9A7C-AA1AA3B90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820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BB330-7E71-FC0E-8C3B-2123255D7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45E830-067F-F799-5A85-2525F36AE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838B-DD8C-493D-8B62-36020A7C960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6C6AE3-4996-1C46-F366-CE0DDFE36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95B7B6-43C7-9D64-0C78-4974DF7EE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0439C-F3F5-4914-9A7C-AA1AA3B90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038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A6F8D3-BDB3-257E-746B-3ED909476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838B-DD8C-493D-8B62-36020A7C960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37B32F-6668-DB64-1E0B-6EFC952CC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C5F231-5254-21DD-F3AB-13A76CC0D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0439C-F3F5-4914-9A7C-AA1AA3B90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567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3D946-6161-A8E1-026B-22FC20F49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7A6A4-8BE6-6833-6198-C8B829B94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1D5C35-040E-64DE-5B1F-8A1D138EF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A80EA5-D3FC-1D60-8DC2-F035C8997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838B-DD8C-493D-8B62-36020A7C960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B6454F-5149-A50E-B4C3-A22BB9CFC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B0F7D0-7ACE-74C0-31D3-F47B60DE0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0439C-F3F5-4914-9A7C-AA1AA3B90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422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AA15D-096A-157C-26D9-B17DAA9DD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97AC36-2A39-C6C4-ACFD-BEB352E419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D14EF7-F599-37CC-07F3-B264B66BF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88AD9-3CC0-1853-29FE-950A9960B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838B-DD8C-493D-8B62-36020A7C960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04834D-66F9-2F53-F18D-3338B15FC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BEFAFB-F42F-7796-536A-2A222AF3B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0439C-F3F5-4914-9A7C-AA1AA3B90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52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3CEFB-16F2-CFEB-D504-37B8D2320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14EA93-E5DA-D438-54FF-3040BC4041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13104-364B-97E2-618F-F6245EB6D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838B-DD8C-493D-8B62-36020A7C960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BEEDB-62EC-AB98-FC36-E9CBD5759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403E5-1E56-6120-355B-2412D9F2D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0439C-F3F5-4914-9A7C-AA1AA3B90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264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FBB477-1F68-9D60-94FA-D78398169B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9D74A2-0762-90F2-2BA2-2E88573D74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A4A2A-FE9B-F72F-9C59-9F15CD8E3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838B-DD8C-493D-8B62-36020A7C960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F2B6F-F464-0BB4-D09F-1CD7CD767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B2944-1639-7EF0-7DCD-B588B9A1E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0439C-F3F5-4914-9A7C-AA1AA3B90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668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8FA922-CE78-0381-DBCC-9FC82F620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3FFCE-EECF-71EB-5642-DDA8A0485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2AA1C-000E-7EC0-56A2-46AB68F5D7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E6838B-DD8C-493D-8B62-36020A7C960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EFA8D-62EA-6C36-EEFB-88F4B2DDA8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51DE5-AA20-9EC4-8092-6CCB2CF30D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60439C-F3F5-4914-9A7C-AA1AA3B90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753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CF54C-676C-1061-5651-9573F3F0C4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Writing’s errors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D0C5C2-E058-9996-33EC-0F4C3B7B86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827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4453F-1440-7574-F88D-82C980057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A842E-3AED-3555-2F4E-FBC3C80423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One day, There was a small boy called Sami who loved to explore and</a:t>
            </a:r>
            <a:r>
              <a:rPr lang="en-US" dirty="0">
                <a:solidFill>
                  <a:srgbClr val="EE0000"/>
                </a:solidFill>
              </a:rPr>
              <a:t> going </a:t>
            </a:r>
            <a:r>
              <a:rPr lang="en-US" dirty="0"/>
              <a:t>on big adventures.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1D75B8-D801-9EC6-2B48-93925A2D830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One day, there was a small boy called Sami who loved to explore and </a:t>
            </a:r>
            <a:r>
              <a:rPr lang="en-US" dirty="0">
                <a:solidFill>
                  <a:srgbClr val="0070C0"/>
                </a:solidFill>
              </a:rPr>
              <a:t>go</a:t>
            </a:r>
            <a:r>
              <a:rPr lang="en-US" dirty="0"/>
              <a:t> on big adventures.</a:t>
            </a:r>
          </a:p>
        </p:txBody>
      </p:sp>
    </p:spTree>
    <p:extLst>
      <p:ext uri="{BB962C8B-B14F-4D97-AF65-F5344CB8AC3E}">
        <p14:creationId xmlns:p14="http://schemas.microsoft.com/office/powerpoint/2010/main" val="21757282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E5844-8ED5-8145-BB91-413456924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30FEB-59B2-1345-2EAB-D3041C7BDDA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Sami saw </a:t>
            </a:r>
            <a:r>
              <a:rPr lang="en-US" dirty="0">
                <a:solidFill>
                  <a:srgbClr val="EE0000"/>
                </a:solidFill>
              </a:rPr>
              <a:t>a </a:t>
            </a:r>
            <a:r>
              <a:rPr lang="en-US" dirty="0"/>
              <a:t>toy cars, Candies and </a:t>
            </a:r>
            <a:r>
              <a:rPr lang="en-US" dirty="0">
                <a:solidFill>
                  <a:srgbClr val="EE0000"/>
                </a:solidFill>
              </a:rPr>
              <a:t>ballons, </a:t>
            </a:r>
            <a:r>
              <a:rPr lang="en-US" dirty="0"/>
              <a:t>While his mother was talking to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8D3950-037D-A5BA-9124-7AFAFE5FBB9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,Sami saw toy cars, candies and </a:t>
            </a:r>
            <a:r>
              <a:rPr lang="en-US" dirty="0">
                <a:solidFill>
                  <a:srgbClr val="0070C0"/>
                </a:solidFill>
              </a:rPr>
              <a:t>balloons</a:t>
            </a:r>
            <a:r>
              <a:rPr lang="en-US" dirty="0"/>
              <a:t> while his mother was talking to a neighbor.</a:t>
            </a:r>
          </a:p>
        </p:txBody>
      </p:sp>
    </p:spTree>
    <p:extLst>
      <p:ext uri="{BB962C8B-B14F-4D97-AF65-F5344CB8AC3E}">
        <p14:creationId xmlns:p14="http://schemas.microsoft.com/office/powerpoint/2010/main" val="7568640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ADBBC-C92A-D78F-1DE9-03B3BC7D9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8670A-86F0-0815-606A-754A546831D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He did not realize that he was moving farther and </a:t>
            </a:r>
            <a:r>
              <a:rPr lang="en-US" dirty="0" err="1">
                <a:solidFill>
                  <a:srgbClr val="EE0000"/>
                </a:solidFill>
              </a:rPr>
              <a:t>frather</a:t>
            </a:r>
            <a:r>
              <a:rPr lang="en-US" dirty="0"/>
              <a:t> away from his mother.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A20D7E-5C58-9A66-B582-6D2C53E0237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He did not realize that he was moving farther and </a:t>
            </a:r>
            <a:r>
              <a:rPr lang="en-US" dirty="0">
                <a:solidFill>
                  <a:srgbClr val="0070C0"/>
                </a:solidFill>
              </a:rPr>
              <a:t>farther</a:t>
            </a:r>
            <a:r>
              <a:rPr lang="en-US" dirty="0"/>
              <a:t> away from his mother.</a:t>
            </a:r>
          </a:p>
        </p:txBody>
      </p:sp>
    </p:spTree>
    <p:extLst>
      <p:ext uri="{BB962C8B-B14F-4D97-AF65-F5344CB8AC3E}">
        <p14:creationId xmlns:p14="http://schemas.microsoft.com/office/powerpoint/2010/main" val="32450555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D5EB2-101B-B9C9-2146-4640E16F4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EB7EF-030E-7A72-1DBC-5A776CCC77D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Sami felt Scared. His eyes filled with </a:t>
            </a:r>
            <a:r>
              <a:rPr lang="en-US" dirty="0">
                <a:solidFill>
                  <a:srgbClr val="EE0000"/>
                </a:solidFill>
              </a:rPr>
              <a:t>Scared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CFBD7-4D7B-63D3-7EEF-04CDD7369D2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Sami felt scared. His eyes filled with </a:t>
            </a:r>
            <a:r>
              <a:rPr lang="en-US" dirty="0">
                <a:solidFill>
                  <a:srgbClr val="0070C0"/>
                </a:solidFill>
              </a:rPr>
              <a:t>tears.</a:t>
            </a:r>
          </a:p>
        </p:txBody>
      </p:sp>
    </p:spTree>
    <p:extLst>
      <p:ext uri="{BB962C8B-B14F-4D97-AF65-F5344CB8AC3E}">
        <p14:creationId xmlns:p14="http://schemas.microsoft.com/office/powerpoint/2010/main" val="14632029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D80CD-8F20-1A92-2860-0604FCE28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DB719-6E29-C09F-FDE8-E61C1283A67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 was So Scared that I </a:t>
            </a:r>
            <a:r>
              <a:rPr lang="en-US" dirty="0">
                <a:solidFill>
                  <a:srgbClr val="EE0000"/>
                </a:solidFill>
              </a:rPr>
              <a:t>will lost </a:t>
            </a:r>
            <a:r>
              <a:rPr lang="en-US" dirty="0"/>
              <a:t>you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AD3165-FAA2-9641-BEAD-8E04A77D613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 was so scared that </a:t>
            </a:r>
            <a:r>
              <a:rPr lang="en-US" dirty="0">
                <a:solidFill>
                  <a:schemeClr val="accent4"/>
                </a:solidFill>
              </a:rPr>
              <a:t>I would lose you.</a:t>
            </a:r>
          </a:p>
        </p:txBody>
      </p:sp>
    </p:spTree>
    <p:extLst>
      <p:ext uri="{BB962C8B-B14F-4D97-AF65-F5344CB8AC3E}">
        <p14:creationId xmlns:p14="http://schemas.microsoft.com/office/powerpoint/2010/main" val="16299802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146</Words>
  <Application>Microsoft Office PowerPoint</Application>
  <PresentationFormat>Widescreen</PresentationFormat>
  <Paragraphs>11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Writing’s errors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The Emperor</dc:creator>
  <cp:lastModifiedBy>The Emperor</cp:lastModifiedBy>
  <cp:revision>2</cp:revision>
  <dcterms:created xsi:type="dcterms:W3CDTF">2026-02-21T11:38:20Z</dcterms:created>
  <dcterms:modified xsi:type="dcterms:W3CDTF">2026-02-21T11:55:01Z</dcterms:modified>
</cp:coreProperties>
</file>